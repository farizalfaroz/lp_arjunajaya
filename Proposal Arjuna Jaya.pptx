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Penawaran Jasa Digital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Optimasi Google Bisnis &amp; Landing Page / Company Profile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480560"/>
            <a:ext cx="9144000" cy="2743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663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Tanggal: 7 Agustus 2026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Kontak: 0812-2193-5009 | farizalfaroz@gmail.com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5394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Sundakerta, Sukahening, Tasikmalaya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1280160" y="1828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Tentang Lokalgodigital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263640"/>
            <a:ext cx="914400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263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Lokalgodigital — Membantu Usaha Anda Tumbuh di Dunia Digital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8412480" cy="4389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7160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75569"/>
                </a:solidFill>
              </a:rPr>
              <a:t>Lokalgodigital adalah usaha yang membantu pemilik usaha lokal dan UMKM mendigitalisasi bisnis mereka. Kami bukan agensi besar yang berbelit — kami adalah partner yang langsung, jelas, dan berfokus pada hasil yang bisa Anda lihat.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75569"/>
                </a:solidFill>
              </a:rPr>
              <a:t>Kami Spesialisasi dalam: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13716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926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Optimasi Google Business Profile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Agar bisnis Anda muncul di Google Maps dan pencarian lokal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749040"/>
            <a:ext cx="13716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749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Landing Page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4023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Halaman web satu halaman yang fokus mengarahkan pelanggan menghubungi Anda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572000"/>
            <a:ext cx="13716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572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Company Profile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4846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Presentasi digital perusahaan yang profesional untuk klien dan mitra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1280160" y="1828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Masalah yang Sering Dihadapi Owner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263640"/>
            <a:ext cx="914400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263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Lokalgodigital — Membantu Usaha Anda Tumbuh di Dunia Digital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841248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80160"/>
            <a:ext cx="640080" cy="12801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280160"/>
            <a:ext cx="640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Tidak Muncul di Google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1783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75569"/>
                </a:solidFill>
              </a:rPr>
              <a:t>Potential customer mencari di Google Maps tapi bisnis Anda tidak terdaftar atau tidak teroptimasi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743200"/>
            <a:ext cx="841248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743200"/>
            <a:ext cx="640080" cy="12801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743200"/>
            <a:ext cx="640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2880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Tidak Ada Halaman Web Profesional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32461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75569"/>
                </a:solidFill>
              </a:rPr>
              <a:t>Tanpa presence digital yang meyakinkan, pelanggan ragu untuk menghubungi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4206240"/>
            <a:ext cx="841248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4206240"/>
            <a:ext cx="640080" cy="12801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4206240"/>
            <a:ext cx="640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4343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Kompetitor Lebih Terpercaya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47091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75569"/>
                </a:solidFill>
              </a:rPr>
              <a:t>Usaha lain yang sudah punya Google Maps dan website mendapat lebih banyak percaya diri dari customer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1280160" y="1828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Solusi 1: Optimasi Google Business Profile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263640"/>
            <a:ext cx="914400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263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Lokalgodigital — Membantu Usaha Anda Tumbuh di Dunia Digital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393192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Apa yang Kami Kerjakan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75569"/>
                </a:solidFill>
              </a:rPr>
              <a:t>✓ Klaim dan verifikasi bisnis di Google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75569"/>
                </a:solidFill>
              </a:rPr>
              <a:t>✓ Lengkapi informasi: nama, alamat, jam buka, kategori, nomor telepon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75569"/>
                </a:solidFill>
              </a:rPr>
              <a:t>✓ Upload foto &amp; video profil bisnis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75569"/>
                </a:solidFill>
              </a:rPr>
              <a:t>✓ Setup Google Maps listing dengan akurat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2976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75569"/>
                </a:solidFill>
              </a:rPr>
              <a:t>✓ Optimasi deskripsi dan kata kunci untuk pencarian lokal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0" y="1188720"/>
            <a:ext cx="420624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280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Hasil yang Anda Dapatkan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173736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75569"/>
                </a:solidFill>
              </a:rPr>
              <a:t>→ Bisnis muncul di Google Maps saat customer mencari di sekitar lokasi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256032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75569"/>
                </a:solidFill>
              </a:rPr>
              <a:t>→ Lebih mudah dipercaya dan ditemukan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338328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75569"/>
                </a:solidFill>
              </a:rPr>
              <a:t>→ Review dan rating bisa dikelola dengan baik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1280160" y="1828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Solusi 2: Landing Page / Company Profile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263640"/>
            <a:ext cx="914400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263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Lokalgodigital — Membantu Usaha Anda Tumbuh di Dunia Digital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393192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Landing Page (1 halaman)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75569"/>
                </a:solidFill>
              </a:rPr>
              <a:t>• Desain modern dan mobile-friendly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75569"/>
                </a:solidFill>
              </a:rPr>
              <a:t>• Informasi layanan, keunggulan, dan cabang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75569"/>
                </a:solidFill>
              </a:rPr>
              <a:t>• Tombol WhatsApp/telepon langsung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75569"/>
                </a:solidFill>
              </a:rPr>
              <a:t>• Cepat dimuat dan mudah di-share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0" y="1188720"/>
            <a:ext cx="420624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280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Company Profile (3-5 halaman)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17373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75569"/>
                </a:solidFill>
              </a:rPr>
              <a:t>• Profil perusahaan, layanan, portofolio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23774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75569"/>
                </a:solidFill>
              </a:rPr>
              <a:t>• Tampilan profesional untuk klien dan mitra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30175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75569"/>
                </a:solidFill>
              </a:rPr>
              <a:t>• Konten terstruktur dan mudah diperbarui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57607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</a:rPr>
              <a:t>Catatan: Produk ini dijual lepas (tanpa monitoring bulanan). Perbaikan lanjutan atau update bisa ditambahkan sesuai kebutuhan Anda.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1280160" y="1828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Proses Kerja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263640"/>
            <a:ext cx="914400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263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Lokalgodigital — Membantu Usaha Anda Tumbuh di Dunia Digital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841248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88720"/>
            <a:ext cx="731520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18872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1325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Konsultasi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164592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Diskusi kebutuhan, target audiens, dan ekspektasi Anda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286000"/>
            <a:ext cx="841248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286000"/>
            <a:ext cx="731520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28600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2423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Desain &amp; Persiapan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27432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Kami siapkan konten, desain, dan struktur sesuai kebutuhan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383280"/>
            <a:ext cx="841248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383280"/>
            <a:ext cx="731520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38328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3520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Review &amp; Revisi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80160" y="38404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Anda cek hasilnya, kami revisi sampai benar-benar sesuai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4480560"/>
            <a:ext cx="841248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4480560"/>
            <a:ext cx="731520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48056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80160" y="4617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Launch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80160" y="49377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Publikasikan dan serahkan akses — tinggal pakai dan bagikan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57607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</a:rPr>
              <a:t>Estimasi waktu: 3-7 hari kerja tergantung kompleksitas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1280160" y="1828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Demo / Portfolio: LKP Arjuna Jaya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263640"/>
            <a:ext cx="914400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263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Lokalgodigital — Membantu Usaha Anda Tumbuh di Dunia Digital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57200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71600"/>
            <a:ext cx="42062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75569"/>
                </a:solidFill>
              </a:rPr>
              <a:t>Contoh hasil kerja kami — Landing Page untuk LKP Arjuna Jaya, sekolah mengemudi di Tasikmalaya.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75569"/>
                </a:solidFill>
              </a:rPr>
              <a:t>Yang disediakan: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75569"/>
                </a:solidFill>
              </a:rPr>
              <a:t>• Halaman landing yang modern dan mudah dibaca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75569"/>
                </a:solidFill>
              </a:rPr>
              <a:t>• Informasi cabang, jam buka, dan kontak langsung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75569"/>
                </a:solidFill>
              </a:rPr>
              <a:t>• Tombol WhatsApp untuk konsultasi cepat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75569"/>
                </a:solidFill>
              </a:rPr>
              <a:t>• Tampilan mobile-friendly untuk semua perangkat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66344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63EB"/>
                </a:solidFill>
              </a:rPr>
              <a:t>Link demo: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563EB"/>
                </a:solidFill>
              </a:rPr>
              <a:t>farizalfaroz.github.io/Lp_Arjunajaya/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212080" y="4480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</a:rPr>
              <a:t>Ulasan Google Maps — Cabang Tasikmalaya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1280160" y="1828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Harga &amp; Paket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263640"/>
            <a:ext cx="914400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263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Lokalgodigital — Membantu Usaha Anda Tumbuh di Dunia Digital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2651760" cy="3840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88720"/>
            <a:ext cx="265176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1887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Paket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828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Google Business Profile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286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Rp 300.000 – Rp 700.000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83464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Setup dasar: verifikasi, info lengkap, foto, Maps listing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1188720"/>
            <a:ext cx="2651760" cy="3840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188720"/>
            <a:ext cx="2651760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11887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Paket 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37560" y="1828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Landing Page (1 halaman)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37560" y="2286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Rp 1.000.000 – Rp 2.000.000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37560" y="283464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Desain mobile-first, CTA WhatsApp, optimasi dasar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1188720"/>
            <a:ext cx="2651760" cy="3840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1188720"/>
            <a:ext cx="2651760" cy="5486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0" name="Text 18"/>
          <p:cNvSpPr/>
          <p:nvPr/>
        </p:nvSpPr>
        <p:spPr>
          <a:xfrm>
            <a:off x="6035040" y="11887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Paket 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72200" y="1828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Company Profile (3-5 halaman)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72200" y="2286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Rp 2.500.000 – Rp 4.500.000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72200" y="283464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Profil perusahaan lengkap untuk klien dan mitra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5212080"/>
            <a:ext cx="841248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2578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Bundle Paket 1 + 2: Diskon 15-20%    |    Pembayaran: DP 50% saat kickoff, pelunasan 50% saat launch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5943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*Harga dapat berubah sesuai kompleksitas kebutuhan. Detail akan dirincikan setelah diskusi.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1280160" y="1828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Kenapa Memilih Lokalgodigital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263640"/>
            <a:ext cx="914400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263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Lokalgodigital — Membantu Usaha Anda Tumbuh di Dunia Digital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841248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88720"/>
            <a:ext cx="64008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18872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325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Fokus Hasil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1645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75569"/>
                </a:solidFill>
              </a:rPr>
              <a:t>Kami tidak hanya membuat tampilan — kami memastikan bisnis Anda benar-benar lebih mudah ditemukan dan dihubungi.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286000"/>
            <a:ext cx="841248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286000"/>
            <a:ext cx="64008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28600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2423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Komunikasi Langsung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2743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75569"/>
                </a:solidFill>
              </a:rPr>
              <a:t>Bukan agensi besar dengan banyak perantara. Anda bicara langsung dengan kami yang eksekusi.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383280"/>
            <a:ext cx="841248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383280"/>
            <a:ext cx="64008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38328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3520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Proses Cepat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75569"/>
                </a:solidFill>
              </a:rPr>
              <a:t>Dari konsultasi hingga launch dalam hitungan hari, tidak berbelit-belit.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4480560"/>
            <a:ext cx="841248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4480560"/>
            <a:ext cx="64008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48056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88720" y="4617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Bahasa yang Dimengerti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88720" y="4937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75569"/>
                </a:solidFill>
              </a:rPr>
              <a:t>Kami menjelaskan dengan bahasa sederhana — tanpa jargon teknis yang membingungkan owner bisnis.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Mau Punya Presence Digital yang Profesional?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Hubungi kami sekarang untuk konsultasi gratis.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0233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WhatsApp: 0812-2193-5009</a:t>
            </a:r>
            <a:endParaRPr lang="en-US" sz="14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Email: farizalfaroz@gmail.com</a:t>
            </a:r>
            <a:endParaRPr lang="en-US" sz="14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Lokasi: Sundakerta, Sukahening, Tasikmalaya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Lokalgodigital — Membantu Usaha Anda Tumbuh di Dunia Digital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Penawaran Jasa Digital - Optimasi Google Bisnis &amp; Landing Page</dc:title>
  <dc:subject>Proposal penawaran jasa digital</dc:subject>
  <dc:creator>Lokalgodigital</dc:creator>
  <cp:lastModifiedBy>Lokalgodigital</cp:lastModifiedBy>
  <cp:revision>1</cp:revision>
  <dcterms:created xsi:type="dcterms:W3CDTF">2026-08-06T08:55:20Z</dcterms:created>
  <dcterms:modified xsi:type="dcterms:W3CDTF">2026-08-06T08:55:20Z</dcterms:modified>
</cp:coreProperties>
</file>